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69" r:id="rId2"/>
    <p:sldId id="272" r:id="rId3"/>
    <p:sldId id="257" r:id="rId4"/>
    <p:sldId id="265" r:id="rId5"/>
    <p:sldId id="273" r:id="rId6"/>
    <p:sldId id="259" r:id="rId7"/>
    <p:sldId id="274" r:id="rId8"/>
    <p:sldId id="275" r:id="rId9"/>
    <p:sldId id="271" r:id="rId10"/>
    <p:sldId id="260" r:id="rId11"/>
    <p:sldId id="270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2DD81-390E-4C70-80ED-9801D0CA7E23}" v="82" dt="2026-07-23T05:28:35.7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936" y="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 G Charishma" userId="f01c573e6d3e2afe" providerId="LiveId" clId="{051DB1C7-D1A5-4E1B-8921-81E54A3133D3}"/>
    <pc:docChg chg="undo custSel modSld sldOrd">
      <pc:chgData name="C G Charishma" userId="f01c573e6d3e2afe" providerId="LiveId" clId="{051DB1C7-D1A5-4E1B-8921-81E54A3133D3}" dt="2026-07-16T08:52:31.944" v="307" actId="14100"/>
      <pc:docMkLst>
        <pc:docMk/>
      </pc:docMkLst>
      <pc:sldChg chg="modSp mod">
        <pc:chgData name="C G Charishma" userId="f01c573e6d3e2afe" providerId="LiveId" clId="{051DB1C7-D1A5-4E1B-8921-81E54A3133D3}" dt="2026-07-16T08:52:31.944" v="307" actId="14100"/>
        <pc:sldMkLst>
          <pc:docMk/>
          <pc:sldMk cId="0" sldId="257"/>
        </pc:sldMkLst>
        <pc:spChg chg="mod">
          <ac:chgData name="C G Charishma" userId="f01c573e6d3e2afe" providerId="LiveId" clId="{051DB1C7-D1A5-4E1B-8921-81E54A3133D3}" dt="2026-07-16T08:52:31.944" v="307" actId="14100"/>
          <ac:spMkLst>
            <pc:docMk/>
            <pc:sldMk cId="0" sldId="257"/>
            <ac:spMk id="5" creationId="{0E6A77D0-D217-B1A4-C16F-BD8EB7031538}"/>
          </ac:spMkLst>
        </pc:spChg>
      </pc:sldChg>
      <pc:sldChg chg="modSp mod">
        <pc:chgData name="C G Charishma" userId="f01c573e6d3e2afe" providerId="LiveId" clId="{051DB1C7-D1A5-4E1B-8921-81E54A3133D3}" dt="2026-07-16T08:35:11.200" v="147" actId="1076"/>
        <pc:sldMkLst>
          <pc:docMk/>
          <pc:sldMk cId="0" sldId="259"/>
        </pc:sldMkLst>
        <pc:spChg chg="mod">
          <ac:chgData name="C G Charishma" userId="f01c573e6d3e2afe" providerId="LiveId" clId="{051DB1C7-D1A5-4E1B-8921-81E54A3133D3}" dt="2026-07-16T08:35:11.200" v="147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C G Charishma" userId="f01c573e6d3e2afe" providerId="LiveId" clId="{051DB1C7-D1A5-4E1B-8921-81E54A3133D3}" dt="2026-07-16T08:34:54.618" v="146" actId="14100"/>
          <ac:spMkLst>
            <pc:docMk/>
            <pc:sldMk cId="0" sldId="259"/>
            <ac:spMk id="5" creationId="{B32DF43D-D46A-6321-DC22-487D406B9120}"/>
          </ac:spMkLst>
        </pc:spChg>
      </pc:sldChg>
      <pc:sldChg chg="modSp mod ord">
        <pc:chgData name="C G Charishma" userId="f01c573e6d3e2afe" providerId="LiveId" clId="{051DB1C7-D1A5-4E1B-8921-81E54A3133D3}" dt="2026-07-16T08:45:49.727" v="223" actId="14100"/>
        <pc:sldMkLst>
          <pc:docMk/>
          <pc:sldMk cId="0" sldId="260"/>
        </pc:sldMkLst>
        <pc:spChg chg="mod">
          <ac:chgData name="C G Charishma" userId="f01c573e6d3e2afe" providerId="LiveId" clId="{051DB1C7-D1A5-4E1B-8921-81E54A3133D3}" dt="2026-07-16T08:23:29.123" v="72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C G Charishma" userId="f01c573e6d3e2afe" providerId="LiveId" clId="{051DB1C7-D1A5-4E1B-8921-81E54A3133D3}" dt="2026-07-16T08:45:49.727" v="223" actId="14100"/>
          <ac:spMkLst>
            <pc:docMk/>
            <pc:sldMk cId="0" sldId="260"/>
            <ac:spMk id="5" creationId="{8F652C5F-5E3A-1063-08B6-EC060B8CA05D}"/>
          </ac:spMkLst>
        </pc:spChg>
      </pc:sldChg>
      <pc:sldChg chg="modSp mod ord">
        <pc:chgData name="C G Charishma" userId="f01c573e6d3e2afe" providerId="LiveId" clId="{051DB1C7-D1A5-4E1B-8921-81E54A3133D3}" dt="2026-07-16T08:22:49.742" v="67" actId="1076"/>
        <pc:sldMkLst>
          <pc:docMk/>
          <pc:sldMk cId="1529748487" sldId="265"/>
        </pc:sldMkLst>
        <pc:spChg chg="mod">
          <ac:chgData name="C G Charishma" userId="f01c573e6d3e2afe" providerId="LiveId" clId="{051DB1C7-D1A5-4E1B-8921-81E54A3133D3}" dt="2026-07-16T08:22:10.223" v="62" actId="1076"/>
          <ac:spMkLst>
            <pc:docMk/>
            <pc:sldMk cId="1529748487" sldId="265"/>
            <ac:spMk id="2" creationId="{0DFB7632-571E-40F8-25BB-47C813281FCC}"/>
          </ac:spMkLst>
        </pc:spChg>
        <pc:spChg chg="mod">
          <ac:chgData name="C G Charishma" userId="f01c573e6d3e2afe" providerId="LiveId" clId="{051DB1C7-D1A5-4E1B-8921-81E54A3133D3}" dt="2026-07-16T08:22:49.742" v="67" actId="1076"/>
          <ac:spMkLst>
            <pc:docMk/>
            <pc:sldMk cId="1529748487" sldId="265"/>
            <ac:spMk id="4" creationId="{46827B3D-980A-E717-884D-F4B165C45181}"/>
          </ac:spMkLst>
        </pc:spChg>
      </pc:sldChg>
      <pc:sldChg chg="modSp mod">
        <pc:chgData name="C G Charishma" userId="f01c573e6d3e2afe" providerId="LiveId" clId="{051DB1C7-D1A5-4E1B-8921-81E54A3133D3}" dt="2026-07-16T08:51:50.980" v="302" actId="14100"/>
        <pc:sldMkLst>
          <pc:docMk/>
          <pc:sldMk cId="0" sldId="269"/>
        </pc:sldMkLst>
        <pc:spChg chg="mod">
          <ac:chgData name="C G Charishma" userId="f01c573e6d3e2afe" providerId="LiveId" clId="{051DB1C7-D1A5-4E1B-8921-81E54A3133D3}" dt="2026-07-16T08:51:11.129" v="297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C G Charishma" userId="f01c573e6d3e2afe" providerId="LiveId" clId="{051DB1C7-D1A5-4E1B-8921-81E54A3133D3}" dt="2026-07-16T08:51:50.980" v="302" actId="14100"/>
          <ac:spMkLst>
            <pc:docMk/>
            <pc:sldMk cId="0" sldId="269"/>
            <ac:spMk id="8" creationId="{00000000-0000-0000-0000-000000000000}"/>
          </ac:spMkLst>
        </pc:spChg>
        <pc:spChg chg="mod">
          <ac:chgData name="C G Charishma" userId="f01c573e6d3e2afe" providerId="LiveId" clId="{051DB1C7-D1A5-4E1B-8921-81E54A3133D3}" dt="2026-07-16T08:51:40.389" v="301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C G Charishma" userId="f01c573e6d3e2afe" providerId="LiveId" clId="{051DB1C7-D1A5-4E1B-8921-81E54A3133D3}" dt="2026-07-16T08:51:20.654" v="299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C G Charishma" userId="f01c573e6d3e2afe" providerId="LiveId" clId="{051DB1C7-D1A5-4E1B-8921-81E54A3133D3}" dt="2026-07-16T08:51:15.404" v="298" actId="1076"/>
          <ac:spMkLst>
            <pc:docMk/>
            <pc:sldMk cId="0" sldId="269"/>
            <ac:spMk id="11" creationId="{00000000-0000-0000-0000-000000000000}"/>
          </ac:spMkLst>
        </pc:spChg>
      </pc:sldChg>
      <pc:sldChg chg="addSp delSp modSp mod">
        <pc:chgData name="C G Charishma" userId="f01c573e6d3e2afe" providerId="LiveId" clId="{051DB1C7-D1A5-4E1B-8921-81E54A3133D3}" dt="2026-07-16T08:23:20.099" v="70"/>
        <pc:sldMkLst>
          <pc:docMk/>
          <pc:sldMk cId="2919260404" sldId="270"/>
        </pc:sldMkLst>
      </pc:sldChg>
      <pc:sldChg chg="modSp mod">
        <pc:chgData name="C G Charishma" userId="f01c573e6d3e2afe" providerId="LiveId" clId="{051DB1C7-D1A5-4E1B-8921-81E54A3133D3}" dt="2026-07-16T08:44:11.614" v="206" actId="14100"/>
        <pc:sldMkLst>
          <pc:docMk/>
          <pc:sldMk cId="654492165" sldId="271"/>
        </pc:sldMkLst>
        <pc:spChg chg="mod">
          <ac:chgData name="C G Charishma" userId="f01c573e6d3e2afe" providerId="LiveId" clId="{051DB1C7-D1A5-4E1B-8921-81E54A3133D3}" dt="2026-07-16T08:44:07.409" v="205" actId="1076"/>
          <ac:spMkLst>
            <pc:docMk/>
            <pc:sldMk cId="654492165" sldId="271"/>
            <ac:spMk id="2" creationId="{20F0D611-C205-6DB1-739C-05FF41A2D9F5}"/>
          </ac:spMkLst>
        </pc:spChg>
        <pc:spChg chg="mod">
          <ac:chgData name="C G Charishma" userId="f01c573e6d3e2afe" providerId="LiveId" clId="{051DB1C7-D1A5-4E1B-8921-81E54A3133D3}" dt="2026-07-16T08:44:11.614" v="206" actId="14100"/>
          <ac:spMkLst>
            <pc:docMk/>
            <pc:sldMk cId="654492165" sldId="271"/>
            <ac:spMk id="4" creationId="{FED2191F-938B-1F1A-CB80-6E33208AE5F4}"/>
          </ac:spMkLst>
        </pc:spChg>
      </pc:sldChg>
      <pc:sldChg chg="addSp modSp mod">
        <pc:chgData name="C G Charishma" userId="f01c573e6d3e2afe" providerId="LiveId" clId="{051DB1C7-D1A5-4E1B-8921-81E54A3133D3}" dt="2026-07-16T08:10:41.313" v="25" actId="1076"/>
        <pc:sldMkLst>
          <pc:docMk/>
          <pc:sldMk cId="34312187" sldId="272"/>
        </pc:sldMkLst>
        <pc:spChg chg="mod">
          <ac:chgData name="C G Charishma" userId="f01c573e6d3e2afe" providerId="LiveId" clId="{051DB1C7-D1A5-4E1B-8921-81E54A3133D3}" dt="2026-07-16T08:10:41.313" v="25" actId="1076"/>
          <ac:spMkLst>
            <pc:docMk/>
            <pc:sldMk cId="34312187" sldId="272"/>
            <ac:spMk id="7" creationId="{3346BD62-6574-DD51-3495-4C983C8F0C70}"/>
          </ac:spMkLst>
        </pc:spChg>
      </pc:sldChg>
      <pc:sldChg chg="modSp mod">
        <pc:chgData name="C G Charishma" userId="f01c573e6d3e2afe" providerId="LiveId" clId="{051DB1C7-D1A5-4E1B-8921-81E54A3133D3}" dt="2026-07-16T08:30:56.071" v="106" actId="20577"/>
        <pc:sldMkLst>
          <pc:docMk/>
          <pc:sldMk cId="2618564960" sldId="273"/>
        </pc:sldMkLst>
        <pc:spChg chg="mod">
          <ac:chgData name="C G Charishma" userId="f01c573e6d3e2afe" providerId="LiveId" clId="{051DB1C7-D1A5-4E1B-8921-81E54A3133D3}" dt="2026-07-16T08:27:40.829" v="77" actId="2711"/>
          <ac:spMkLst>
            <pc:docMk/>
            <pc:sldMk cId="2618564960" sldId="273"/>
            <ac:spMk id="2" creationId="{69F74A37-C277-45B6-D2A1-92B9D1555A0A}"/>
          </ac:spMkLst>
        </pc:spChg>
        <pc:spChg chg="mod">
          <ac:chgData name="C G Charishma" userId="f01c573e6d3e2afe" providerId="LiveId" clId="{051DB1C7-D1A5-4E1B-8921-81E54A3133D3}" dt="2026-07-16T08:30:56.071" v="106" actId="20577"/>
          <ac:spMkLst>
            <pc:docMk/>
            <pc:sldMk cId="2618564960" sldId="273"/>
            <ac:spMk id="3" creationId="{6AD06A13-693C-D294-1C1B-BB99625637E9}"/>
          </ac:spMkLst>
        </pc:spChg>
      </pc:sldChg>
      <pc:sldChg chg="modSp mod">
        <pc:chgData name="C G Charishma" userId="f01c573e6d3e2afe" providerId="LiveId" clId="{051DB1C7-D1A5-4E1B-8921-81E54A3133D3}" dt="2026-07-16T08:39:29.814" v="172" actId="14100"/>
        <pc:sldMkLst>
          <pc:docMk/>
          <pc:sldMk cId="2067317317" sldId="274"/>
        </pc:sldMkLst>
        <pc:spChg chg="mod">
          <ac:chgData name="C G Charishma" userId="f01c573e6d3e2afe" providerId="LiveId" clId="{051DB1C7-D1A5-4E1B-8921-81E54A3133D3}" dt="2026-07-16T08:39:29.814" v="172" actId="14100"/>
          <ac:spMkLst>
            <pc:docMk/>
            <pc:sldMk cId="2067317317" sldId="274"/>
            <ac:spMk id="8" creationId="{7C8047DC-2924-B5AF-B4F5-5F0D5AB936F7}"/>
          </ac:spMkLst>
        </pc:spChg>
      </pc:sldChg>
      <pc:sldChg chg="modSp mod">
        <pc:chgData name="C G Charishma" userId="f01c573e6d3e2afe" providerId="LiveId" clId="{051DB1C7-D1A5-4E1B-8921-81E54A3133D3}" dt="2026-07-16T08:42:28.618" v="189" actId="1076"/>
        <pc:sldMkLst>
          <pc:docMk/>
          <pc:sldMk cId="1225168771" sldId="275"/>
        </pc:sldMkLst>
        <pc:spChg chg="mod">
          <ac:chgData name="C G Charishma" userId="f01c573e6d3e2afe" providerId="LiveId" clId="{051DB1C7-D1A5-4E1B-8921-81E54A3133D3}" dt="2026-07-16T08:42:28.618" v="189" actId="1076"/>
          <ac:spMkLst>
            <pc:docMk/>
            <pc:sldMk cId="1225168771" sldId="275"/>
            <ac:spMk id="7" creationId="{8405434C-121E-DBB9-32CF-38B2C3B30F1A}"/>
          </ac:spMkLst>
        </pc:spChg>
        <pc:spChg chg="mod">
          <ac:chgData name="C G Charishma" userId="f01c573e6d3e2afe" providerId="LiveId" clId="{051DB1C7-D1A5-4E1B-8921-81E54A3133D3}" dt="2026-07-16T08:42:04.637" v="185" actId="1076"/>
          <ac:spMkLst>
            <pc:docMk/>
            <pc:sldMk cId="1225168771" sldId="275"/>
            <ac:spMk id="10" creationId="{C6847898-0861-DD67-2B02-0BC07549E6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E8264-9929-4279-AF4A-6DE54786DF0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0381D-CF2E-49BA-8D13-ADC6762C11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39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0381D-CF2E-49BA-8D13-ADC6762C11E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44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8" y="43018"/>
            <a:ext cx="1229155" cy="14850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47660" y="32547"/>
            <a:ext cx="1367017" cy="15063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3446" y="411082"/>
            <a:ext cx="18000578" cy="22576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1299" y="3461014"/>
            <a:ext cx="14521180" cy="2656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29377" y="10813246"/>
            <a:ext cx="235584" cy="26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6373129" y="17831386"/>
            <a:ext cx="388468" cy="3679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2391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06804">
              <a:spcBef>
                <a:spcPts val="157"/>
              </a:spcBef>
            </a:pPr>
            <a:fld id="{81D60167-4931-47E6-BA6A-407CBD079E47}" type="slidenum">
              <a:rPr lang="en-IN" spc="-82"/>
              <a:pPr marL="106804">
                <a:spcBef>
                  <a:spcPts val="157"/>
                </a:spcBef>
              </a:pPr>
              <a:t>1</a:t>
            </a:fld>
            <a:endParaRPr spc="-49"/>
          </a:p>
        </p:txBody>
      </p:sp>
      <p:sp>
        <p:nvSpPr>
          <p:cNvPr id="6" name="object 6"/>
          <p:cNvSpPr txBox="1"/>
          <p:nvPr/>
        </p:nvSpPr>
        <p:spPr>
          <a:xfrm>
            <a:off x="1911669" y="7465841"/>
            <a:ext cx="6973646" cy="621259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>
              <a:spcBef>
                <a:spcPts val="96"/>
              </a:spcBef>
            </a:pPr>
            <a:r>
              <a:rPr lang="en-IN" sz="3958" b="1" spc="-1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G Charishma (192472193)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11430" y="299251"/>
            <a:ext cx="6907045" cy="689290"/>
          </a:xfrm>
          <a:prstGeom prst="rect">
            <a:avLst/>
          </a:prstGeom>
        </p:spPr>
        <p:txBody>
          <a:bodyPr vert="horz" wrap="square" lIns="0" tIns="12064" rIns="0" bIns="0" rtlCol="0" anchor="ctr">
            <a:spAutoFit/>
          </a:bodyPr>
          <a:lstStyle/>
          <a:p>
            <a:pPr marL="12699">
              <a:spcBef>
                <a:spcPts val="96"/>
              </a:spcBef>
            </a:pPr>
            <a:r>
              <a:rPr sz="4400" spc="-209">
                <a:solidFill>
                  <a:srgbClr val="EE230C"/>
                </a:solidFill>
              </a:rPr>
              <a:t>SIMATS</a:t>
            </a:r>
            <a:r>
              <a:rPr sz="4400" spc="-135">
                <a:solidFill>
                  <a:srgbClr val="EE230C"/>
                </a:solidFill>
              </a:rPr>
              <a:t> </a:t>
            </a:r>
            <a:r>
              <a:rPr sz="4400" spc="-160">
                <a:solidFill>
                  <a:srgbClr val="EE230C"/>
                </a:solidFill>
              </a:rPr>
              <a:t>ENGINEERING</a:t>
            </a:r>
            <a:endParaRPr sz="4400"/>
          </a:p>
        </p:txBody>
      </p:sp>
      <p:sp>
        <p:nvSpPr>
          <p:cNvPr id="8" name="object 8"/>
          <p:cNvSpPr txBox="1"/>
          <p:nvPr/>
        </p:nvSpPr>
        <p:spPr>
          <a:xfrm>
            <a:off x="2115672" y="1456003"/>
            <a:ext cx="16179534" cy="3650988"/>
          </a:xfrm>
          <a:prstGeom prst="rect">
            <a:avLst/>
          </a:prstGeom>
        </p:spPr>
        <p:txBody>
          <a:bodyPr vert="horz" wrap="square" lIns="0" tIns="163819" rIns="0" bIns="0" rtlCol="0">
            <a:spAutoFit/>
          </a:bodyPr>
          <a:lstStyle/>
          <a:p>
            <a:pPr marL="12064" marR="5081" algn="ctr">
              <a:lnSpc>
                <a:spcPct val="79900"/>
              </a:lnSpc>
              <a:spcBef>
                <a:spcPts val="1290"/>
              </a:spcBef>
            </a:pPr>
            <a:r>
              <a:rPr sz="4000" b="1" spc="-165" dirty="0">
                <a:solidFill>
                  <a:srgbClr val="EE230C"/>
                </a:solidFill>
                <a:latin typeface="Tahoma"/>
                <a:cs typeface="Tahoma"/>
              </a:rPr>
              <a:t>Saveetha</a:t>
            </a:r>
            <a:r>
              <a:rPr sz="4000" b="1" spc="-209" dirty="0">
                <a:solidFill>
                  <a:srgbClr val="EE230C"/>
                </a:solidFill>
                <a:latin typeface="Tahoma"/>
                <a:cs typeface="Tahoma"/>
              </a:rPr>
              <a:t> </a:t>
            </a:r>
            <a:r>
              <a:rPr sz="4000" b="1" spc="-295" dirty="0">
                <a:solidFill>
                  <a:srgbClr val="EE230C"/>
                </a:solidFill>
                <a:latin typeface="Tahoma"/>
                <a:cs typeface="Tahoma"/>
              </a:rPr>
              <a:t>Institute</a:t>
            </a:r>
            <a:r>
              <a:rPr sz="4000" b="1" spc="-86" dirty="0">
                <a:solidFill>
                  <a:srgbClr val="EE230C"/>
                </a:solidFill>
                <a:latin typeface="Tahoma"/>
                <a:cs typeface="Tahoma"/>
              </a:rPr>
              <a:t> </a:t>
            </a:r>
            <a:r>
              <a:rPr sz="4000" b="1" spc="-20" dirty="0">
                <a:solidFill>
                  <a:srgbClr val="EE230C"/>
                </a:solidFill>
                <a:latin typeface="Tahoma"/>
                <a:cs typeface="Tahoma"/>
              </a:rPr>
              <a:t>of</a:t>
            </a:r>
            <a:r>
              <a:rPr sz="4000" b="1" spc="-340" dirty="0">
                <a:solidFill>
                  <a:srgbClr val="EE230C"/>
                </a:solidFill>
                <a:latin typeface="Tahoma"/>
                <a:cs typeface="Tahoma"/>
              </a:rPr>
              <a:t> </a:t>
            </a:r>
            <a:r>
              <a:rPr sz="4000" b="1" spc="-54" dirty="0">
                <a:solidFill>
                  <a:srgbClr val="EE230C"/>
                </a:solidFill>
                <a:latin typeface="Tahoma"/>
                <a:cs typeface="Tahoma"/>
              </a:rPr>
              <a:t>Medical</a:t>
            </a:r>
            <a:r>
              <a:rPr sz="4000" b="1" spc="-251" dirty="0">
                <a:solidFill>
                  <a:srgbClr val="EE230C"/>
                </a:solidFill>
                <a:latin typeface="Tahoma"/>
                <a:cs typeface="Tahoma"/>
              </a:rPr>
              <a:t> </a:t>
            </a:r>
            <a:r>
              <a:rPr sz="4000" b="1" spc="-101" dirty="0">
                <a:solidFill>
                  <a:srgbClr val="EE230C"/>
                </a:solidFill>
                <a:latin typeface="Tahoma"/>
                <a:cs typeface="Tahoma"/>
              </a:rPr>
              <a:t>and</a:t>
            </a:r>
            <a:r>
              <a:rPr sz="4000" b="1" spc="-219" dirty="0">
                <a:solidFill>
                  <a:srgbClr val="EE230C"/>
                </a:solidFill>
                <a:latin typeface="Tahoma"/>
                <a:cs typeface="Tahoma"/>
              </a:rPr>
              <a:t> </a:t>
            </a:r>
            <a:r>
              <a:rPr sz="4000" b="1" spc="-605" dirty="0">
                <a:solidFill>
                  <a:srgbClr val="EE230C"/>
                </a:solidFill>
                <a:latin typeface="Tahoma"/>
                <a:cs typeface="Tahoma"/>
              </a:rPr>
              <a:t>T</a:t>
            </a:r>
            <a:r>
              <a:rPr sz="4000" b="1" spc="-91" dirty="0">
                <a:solidFill>
                  <a:srgbClr val="EE230C"/>
                </a:solidFill>
                <a:latin typeface="Tahoma"/>
                <a:cs typeface="Tahoma"/>
              </a:rPr>
              <a:t>echnica</a:t>
            </a:r>
            <a:r>
              <a:rPr sz="4000" b="1" spc="-81" dirty="0">
                <a:solidFill>
                  <a:srgbClr val="EE230C"/>
                </a:solidFill>
                <a:latin typeface="Tahoma"/>
                <a:cs typeface="Tahoma"/>
              </a:rPr>
              <a:t>l</a:t>
            </a:r>
            <a:r>
              <a:rPr sz="4000" b="1" spc="-209" dirty="0">
                <a:solidFill>
                  <a:srgbClr val="EE230C"/>
                </a:solidFill>
                <a:latin typeface="Tahoma"/>
                <a:cs typeface="Tahoma"/>
              </a:rPr>
              <a:t> </a:t>
            </a:r>
            <a:r>
              <a:rPr sz="4000" b="1" spc="-10" dirty="0">
                <a:solidFill>
                  <a:srgbClr val="EE230C"/>
                </a:solidFill>
                <a:latin typeface="Tahoma"/>
                <a:cs typeface="Tahoma"/>
              </a:rPr>
              <a:t>Sciences </a:t>
            </a:r>
            <a:r>
              <a:rPr sz="4000" b="1" spc="-261" dirty="0">
                <a:solidFill>
                  <a:srgbClr val="EE230C"/>
                </a:solidFill>
                <a:latin typeface="Tahoma"/>
                <a:cs typeface="Tahoma"/>
              </a:rPr>
              <a:t>Chennai-</a:t>
            </a:r>
            <a:r>
              <a:rPr sz="4000" b="1" spc="-280" dirty="0">
                <a:solidFill>
                  <a:srgbClr val="EE230C"/>
                </a:solidFill>
                <a:latin typeface="Tahoma"/>
                <a:cs typeface="Tahoma"/>
              </a:rPr>
              <a:t>602105.</a:t>
            </a:r>
            <a:endParaRPr sz="4000" dirty="0">
              <a:latin typeface="Tahoma"/>
              <a:cs typeface="Tahoma"/>
            </a:endParaRPr>
          </a:p>
          <a:p>
            <a:pPr algn="ctr">
              <a:spcBef>
                <a:spcPts val="96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ITA0508-COMPUTER VISION</a:t>
            </a:r>
          </a:p>
          <a:p>
            <a:pPr algn="ctr">
              <a:spcBef>
                <a:spcPts val="96"/>
              </a:spcBef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6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IMAGE FORMATION MODELS ON APPLICATION ACCURACY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18475" y="6607129"/>
            <a:ext cx="4220751" cy="623823"/>
          </a:xfrm>
          <a:prstGeom prst="rect">
            <a:avLst/>
          </a:prstGeom>
        </p:spPr>
        <p:txBody>
          <a:bodyPr vert="horz" wrap="square" lIns="0" tIns="14603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lang="en-IN" sz="2950" b="1" spc="-49" dirty="0">
                <a:latin typeface="Tahoma"/>
                <a:cs typeface="Tahoma"/>
              </a:rPr>
              <a:t>         </a:t>
            </a:r>
            <a:r>
              <a:rPr sz="3958" b="1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IN" sz="3958" b="1" spc="-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9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45605" y="7465841"/>
            <a:ext cx="4855048" cy="59253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 indent="-3174" algn="ctr">
              <a:lnSpc>
                <a:spcPct val="100600"/>
              </a:lnSpc>
              <a:spcBef>
                <a:spcPts val="96"/>
              </a:spcBef>
            </a:pPr>
            <a:r>
              <a:rPr lang="en-IN" sz="3958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Dr.P.Mathivanan</a:t>
            </a:r>
            <a:endParaRPr lang="en-IN" sz="39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2604" y="6607130"/>
            <a:ext cx="3798999" cy="623823"/>
          </a:xfrm>
          <a:prstGeom prst="rect">
            <a:avLst/>
          </a:prstGeom>
        </p:spPr>
        <p:txBody>
          <a:bodyPr vert="horz" wrap="square" lIns="0" tIns="14603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lang="en-IN" sz="3958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Presented By:</a:t>
            </a:r>
            <a:endParaRPr sz="39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B0EDE-1C1C-BB22-473C-D481CE87127C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0BE7EFE5-D17A-1EF9-9302-CAF6135E53CD}"/>
              </a:ext>
            </a:extLst>
          </p:cNvPr>
          <p:cNvSpPr txBox="1">
            <a:spLocks/>
          </p:cNvSpPr>
          <p:nvPr/>
        </p:nvSpPr>
        <p:spPr>
          <a:xfrm>
            <a:off x="579432" y="930275"/>
            <a:ext cx="19372268" cy="1238737"/>
          </a:xfrm>
          <a:prstGeom prst="rect">
            <a:avLst/>
          </a:prstGeom>
        </p:spPr>
        <p:txBody>
          <a:bodyPr vert="horz" wrap="square" lIns="0" tIns="312357" rIns="0" bIns="0" rtlCol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20320" algn="ctr">
              <a:spcBef>
                <a:spcPts val="105"/>
              </a:spcBef>
            </a:pPr>
            <a:r>
              <a:rPr lang="en-IN" sz="60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346BD62-6574-DD51-3495-4C983C8F0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174" y="2561742"/>
            <a:ext cx="15561752" cy="7046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models convert real-world scenes into digital images.</a:t>
            </a:r>
          </a:p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 directly affects computer vision accuracy.</a:t>
            </a:r>
          </a:p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Lighting, blur, noise, and lens distortion impact image formation.</a:t>
            </a:r>
          </a:p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image formation reduces detection and recognition performance.</a:t>
            </a:r>
          </a:p>
          <a:p>
            <a:pPr marL="571500" indent="-571500" algn="just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image formation and enhancement improve accuracy and reliability.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DBCD69-9309-8146-B22C-3B7813F5574C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2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432" y="930275"/>
            <a:ext cx="19372268" cy="1238737"/>
          </a:xfrm>
          <a:prstGeom prst="rect">
            <a:avLst/>
          </a:prstGeom>
        </p:spPr>
        <p:txBody>
          <a:bodyPr vert="horz" wrap="square" lIns="0" tIns="312357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105"/>
              </a:spcBef>
            </a:pPr>
            <a:r>
              <a:rPr lang="en-IN" sz="60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6000" spc="-1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3</a:t>
            </a:fld>
            <a:endParaRPr spc="-5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E6A77D0-D217-B1A4-C16F-BD8EB7031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284" y="2847589"/>
            <a:ext cx="14996622" cy="6064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models describe how cameras capture images.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influence image quality and application accuracy.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models produce different imaging results.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defects can reduce system performance.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analyzes their impact using diagrams and simulations.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9B3D3-F11D-A8AD-0235-B510A8A5DBC2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FB7632-571E-40F8-25BB-47C813281FCC}"/>
              </a:ext>
            </a:extLst>
          </p:cNvPr>
          <p:cNvSpPr txBox="1"/>
          <p:nvPr/>
        </p:nvSpPr>
        <p:spPr>
          <a:xfrm>
            <a:off x="3462992" y="1029406"/>
            <a:ext cx="13487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827B3D-980A-E717-884D-F4B165C45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132" y="3037930"/>
            <a:ext cx="14979939" cy="566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different image formation models.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their impact on image accuracy.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common image formation challenges.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performance of different models.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concepts using diagrams and simulations.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2632DC-1EA7-B592-BAEA-3747DE46D999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748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4A37-C277-45B6-D2A1-92B9D1555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761" y="1253765"/>
            <a:ext cx="18000578" cy="923330"/>
          </a:xfrm>
        </p:spPr>
        <p:txBody>
          <a:bodyPr/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 Model for Image 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AD06A13-693C-D294-1C1B-BB99625637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45459" y="2847458"/>
                <a:ext cx="18792977" cy="7762125"/>
              </a:xfrm>
            </p:spPr>
            <p:txBody>
              <a:bodyPr/>
              <a:lstStyle/>
              <a:p>
                <a:r>
                  <a:rPr lang="en-IN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pPr algn="just"/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Perspective Projection Model is a mathematical model that describes how a 3D real-world object is projected onto a 2D image plane using a camera. It is the fundamental model used in computer vision, image processing, and camera calibration.</a:t>
                </a:r>
              </a:p>
              <a:p>
                <a:r>
                  <a:rPr lang="en-IN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Model: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3600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600" b="0" i="1">
                              <a:latin typeface="Cambria Math" panose="02040503050406030204" pitchFamily="18" charset="0"/>
                            </a:rPr>
                            <m:t>𝑓𝑋</m:t>
                          </m:r>
                        </m:num>
                        <m:den>
                          <m:r>
                            <a:rPr lang="en-IN" sz="3600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IN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3600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600" b="0" i="1">
                              <a:latin typeface="Cambria Math" panose="02040503050406030204" pitchFamily="18" charset="0"/>
                            </a:rPr>
                            <m:t>𝑓𝑌</m:t>
                          </m:r>
                        </m:num>
                        <m:den>
                          <m:r>
                            <a:rPr lang="en-IN" sz="3600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IN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– Focal length of the camera </a:t>
                </a:r>
              </a:p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Y, Z – Coordinates of the object in 3D space </a:t>
                </a:r>
              </a:p>
              <a:p>
                <a:r>
                  <a:rPr lang="en-IN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 – Corresponding coordinates on the 2D image plane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AD06A13-693C-D294-1C1B-BB99625637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45459" y="2847458"/>
                <a:ext cx="18792977" cy="7762125"/>
              </a:xfrm>
              <a:blipFill>
                <a:blip r:embed="rId2"/>
                <a:stretch>
                  <a:fillRect l="-1654" t="-1964" r="-1460" b="-25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D74C476-87D9-626B-A1B2-F7420682007F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564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2749" y="642483"/>
            <a:ext cx="12228711" cy="1238737"/>
          </a:xfrm>
          <a:prstGeom prst="rect">
            <a:avLst/>
          </a:prstGeom>
        </p:spPr>
        <p:txBody>
          <a:bodyPr vert="horz" wrap="square" lIns="0" tIns="312357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105"/>
              </a:spcBef>
            </a:pPr>
            <a:r>
              <a:rPr sz="6000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6000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ROBLEM STATEMENT</a:t>
            </a:r>
            <a:endParaRPr sz="6000" spc="-3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6</a:t>
            </a:fld>
            <a:endParaRPr spc="-5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2DF43D-D46A-6321-DC22-487D406B9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2011137"/>
            <a:ext cx="17640299" cy="854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indent="-571500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in image formation reduce the accuracy of vision-based applications.</a:t>
            </a:r>
          </a:p>
          <a:p>
            <a:pPr marL="571500" indent="-571500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degradation caused by noise, blur, distortion, and poor lighting affects feature extraction.</a:t>
            </a:r>
          </a:p>
          <a:p>
            <a:pPr marL="571500" indent="-571500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image formation models produce varying levels of accuracy.</a:t>
            </a:r>
          </a:p>
          <a:p>
            <a:pPr marL="571500" indent="-571500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an inappropriate model can lead to incorrect detection and classification.</a:t>
            </a:r>
          </a:p>
          <a:p>
            <a:pPr marL="571500" indent="-571500" algn="just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evaluate image formation models to improve application performance and reliability.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D90790-A6C5-F74E-22F3-F4DD290CDB70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A1F73B-1416-CB58-718E-6E683DB0DC56}"/>
              </a:ext>
            </a:extLst>
          </p:cNvPr>
          <p:cNvSpPr txBox="1">
            <a:spLocks/>
          </p:cNvSpPr>
          <p:nvPr/>
        </p:nvSpPr>
        <p:spPr>
          <a:xfrm>
            <a:off x="1507807" y="1261969"/>
            <a:ext cx="17088486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 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8047DC-2924-B5AF-B4F5-5F0D5AB936F7}"/>
              </a:ext>
            </a:extLst>
          </p:cNvPr>
          <p:cNvSpPr txBox="1"/>
          <p:nvPr/>
        </p:nvSpPr>
        <p:spPr>
          <a:xfrm>
            <a:off x="1507807" y="2687323"/>
            <a:ext cx="17088486" cy="6680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implementing and analyzing image formation models.</a:t>
            </a:r>
          </a:p>
          <a:p>
            <a:pPr marL="742950" indent="-74295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image processing and computer vision tasks.</a:t>
            </a:r>
          </a:p>
          <a:p>
            <a:pPr marL="742950" indent="-74295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simulation and result visualization.</a:t>
            </a:r>
          </a:p>
          <a:p>
            <a:pPr marL="742950" indent="-74295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model 3D objects into 2D images.</a:t>
            </a:r>
          </a:p>
          <a:p>
            <a:pPr marL="742950" indent="-74295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improve image quality and application accuracy.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11698E-36AE-D771-7406-EEBE85380504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31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44BCBE-5B38-FAE6-B621-EAD4CB9F1C2E}"/>
              </a:ext>
            </a:extLst>
          </p:cNvPr>
          <p:cNvSpPr txBox="1">
            <a:spLocks/>
          </p:cNvSpPr>
          <p:nvPr/>
        </p:nvSpPr>
        <p:spPr>
          <a:xfrm>
            <a:off x="1507807" y="1226110"/>
            <a:ext cx="17088486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5434C-121E-DBB9-32CF-38B2C3B30F1A}"/>
              </a:ext>
            </a:extLst>
          </p:cNvPr>
          <p:cNvSpPr txBox="1"/>
          <p:nvPr/>
        </p:nvSpPr>
        <p:spPr>
          <a:xfrm>
            <a:off x="1993657" y="2766535"/>
            <a:ext cx="16602636" cy="708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environments make accurate image formation challenging.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power is required for processing high-resolution images.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calibration and parameter estimation require high precision.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applications require different image formation models.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cameras and imaging systems increase implementation costs.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847898-0861-DD67-2B02-0BC07549E670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68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D611-C205-6DB1-739C-05FF41A2D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807" y="1060073"/>
            <a:ext cx="17088486" cy="923330"/>
          </a:xfrm>
        </p:spPr>
        <p:txBody>
          <a:bodyPr/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D2191F-938B-1F1A-CB80-6E33208AE5F4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1900518" y="2718749"/>
            <a:ext cx="16369552" cy="668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AI-based image formation models for improved accuracy.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image quality using advanced image processing techniques.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3D imaging for robotics and autonomous systems.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faster real-time image analysis with modern cameras.</a:t>
            </a:r>
          </a:p>
          <a:p>
            <a:pPr marL="571500" lvl="0" indent="-57150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applications in healthcare, surveillance, and smart transportation.</a:t>
            </a: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7BB5D-840C-94FD-24F5-D399A6C4F2F7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492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6880" y="670720"/>
            <a:ext cx="18000578" cy="1238737"/>
          </a:xfrm>
          <a:prstGeom prst="rect">
            <a:avLst/>
          </a:prstGeom>
        </p:spPr>
        <p:txBody>
          <a:bodyPr vert="horz" wrap="square" lIns="0" tIns="312357" rIns="0" bIns="0" rtlCol="0">
            <a:spAutoFit/>
          </a:bodyPr>
          <a:lstStyle/>
          <a:p>
            <a:pPr marL="266700" algn="ctr">
              <a:spcBef>
                <a:spcPts val="105"/>
              </a:spcBef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6000" spc="-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50" dirty="0"/>
              <a:t>10</a:t>
            </a:fld>
            <a:endParaRPr spc="-5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F652C5F-5E3A-1063-08B6-EC060B8CA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829" y="2752127"/>
            <a:ext cx="15823665" cy="6445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0" indent="-7429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formation models improve image quality and application accuracy.</a:t>
            </a:r>
          </a:p>
          <a:p>
            <a:pPr marL="742950" marR="0" lvl="0" indent="-7429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model enhances computer vision performance.</a:t>
            </a:r>
          </a:p>
          <a:p>
            <a:pPr marL="742950" marR="0" lvl="0" indent="-7429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techniques increase system reliability.</a:t>
            </a:r>
          </a:p>
          <a:p>
            <a:pPr marL="742950" marR="0" lvl="0" indent="-7429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image formation supports efficient real-world applications.</a:t>
            </a:r>
          </a:p>
          <a:p>
            <a:pPr marL="742950" marR="0" lvl="0" indent="-7429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better image formation leads to better decision-making in vision systems.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659809-780C-4BE9-5466-EC878BAED4CB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7D7B01-6435-360D-8CBB-0521CB44C45A}"/>
              </a:ext>
            </a:extLst>
          </p:cNvPr>
          <p:cNvSpPr txBox="1"/>
          <p:nvPr/>
        </p:nvSpPr>
        <p:spPr>
          <a:xfrm>
            <a:off x="3727450" y="3521075"/>
            <a:ext cx="147066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600" i="1">
                <a:solidFill>
                  <a:schemeClr val="accent6">
                    <a:lumMod val="50000"/>
                  </a:schemeClr>
                </a:solidFill>
                <a:latin typeface="Algerian" panose="04020705040A02060702" pitchFamily="82" charset="0"/>
              </a:rPr>
              <a:t>THANK YOU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C73221-D468-CA60-4503-8995A5973DF0}"/>
              </a:ext>
            </a:extLst>
          </p:cNvPr>
          <p:cNvSpPr/>
          <p:nvPr/>
        </p:nvSpPr>
        <p:spPr>
          <a:xfrm>
            <a:off x="251301" y="251698"/>
            <a:ext cx="19601498" cy="108059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260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</TotalTime>
  <Words>541</Words>
  <Application>Microsoft Office PowerPoint</Application>
  <PresentationFormat>Custom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Calibri</vt:lpstr>
      <vt:lpstr>Cambria Math</vt:lpstr>
      <vt:lpstr>Courier New</vt:lpstr>
      <vt:lpstr>Tahoma</vt:lpstr>
      <vt:lpstr>Times New Roman</vt:lpstr>
      <vt:lpstr>Wingdings</vt:lpstr>
      <vt:lpstr>Office Theme</vt:lpstr>
      <vt:lpstr>SIMATS ENGINEERING</vt:lpstr>
      <vt:lpstr>PowerPoint Presentation</vt:lpstr>
      <vt:lpstr>INTRODUCTION</vt:lpstr>
      <vt:lpstr>PowerPoint Presentation</vt:lpstr>
      <vt:lpstr>Perspective Projection Model for Image Formation</vt:lpstr>
      <vt:lpstr>PROBLEM STATEMENT</vt:lpstr>
      <vt:lpstr>PowerPoint Presentation</vt:lpstr>
      <vt:lpstr>PowerPoint Presentation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CSA1530- Cloud Computing and Bigdata Analytics Capstone Project Template.pptx</dc:title>
  <dc:creator>Lathika S</dc:creator>
  <cp:lastModifiedBy>C G Charishma</cp:lastModifiedBy>
  <cp:revision>4</cp:revision>
  <dcterms:created xsi:type="dcterms:W3CDTF">2025-09-29T08:26:24Z</dcterms:created>
  <dcterms:modified xsi:type="dcterms:W3CDTF">2026-07-23T05:28:44Z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2025-09-29T00:00:00Z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2025-09-29T00:00:00Z</vt:filetime>
  </property>
</Properties>
</file>